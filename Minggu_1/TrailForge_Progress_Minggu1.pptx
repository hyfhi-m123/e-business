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5760"/>
            <a:ext cx="32004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548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069080" y="1325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06908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8E8"/>
                </a:solidFill>
              </a:rPr>
              <a:t>"Gear Up. Go Wild."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69080" y="2880360"/>
            <a:ext cx="46634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6908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Laporan Progress Minggu ke-1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69080" y="3401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Mata Kuliah E-Business  •  Kelompok  •  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69080" y="429768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FASE 1 — PERENCANAAN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28346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E-Commerce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Peralatan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Outdoor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Daftar Isi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33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Latar Belakang &amp; Masalah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883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Tentang Proyek TrailForge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633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Identitas Brand &amp; Visual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Perkenalan Tim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965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Katalog Produk Adventure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97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133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Target Pasar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847088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470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883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Business Model Canvas (BMC)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596896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5968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633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Analisis Kompetitor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346704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3467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Arsitektur &amp; Tech Stack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096512"/>
            <a:ext cx="411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965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Rencana Minggu ke-2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Latar Belakang &amp; Masalah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Kebutuhan gear outdoor meningkat pesat, tapi pengalaman belanjanya masih jauh dari ideal.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82496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Produk KW Merajalela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" y="20756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Marketplace besar dipenuhi produk outdoor palsu. Pendaki pemula mudah tertipu karena tidak bisa membedakan kualitas.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481328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8249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968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Tidak Ada Edukasi Produk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65192" y="20756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Deskripsi produk seadanya, tidak ada panduan cara pakai atau tips memilih gear yang tepat untuk medan tertentu.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145536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4670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3310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Toko Online Generik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7512" y="373989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Tampilan toko outdoor online umumnya membosankan dan tidak menginspirasi semangat petualangan.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145536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346704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310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Harga Tidak Transparan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65192" y="373989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Banyak markup tersembunyi di marketplace, sulit membandingkan kualitas vs harga secara fair.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Tentang Proyek: TrailForge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521208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04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Apa itu TrailForge?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TrailForge adalah platform e-commerce khusus peralatan adventure &amp; outdoor yang menjual gear terkurasi untuk pendaki, camper, dan petualang.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Setiap produk diseleksi berdasarkan durabilitas, bobot, dan value-for-money — dilengkapi panduan penggunaan outdoor dan review dari komunitas nyata.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051560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08813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Bidang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088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</a:rPr>
              <a:t>E-Commerce Peralatan Outdoor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1581912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6184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Model Bisnis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1618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</a:rPr>
              <a:t>Adventure Tools Marketplace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112264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148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</a:rPr>
              <a:t>Web App (Next.js)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2642616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6791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Pembayaran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679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</a:rPr>
              <a:t>Midtrans / QRIS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172968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2095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Pengiriman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3209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</a:rPr>
              <a:t>Ekspedisi (JNE/SiCepat)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Visi, Misi &amp; Keunggulan Utama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38404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🔭  VISI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Menjadi platform e-commerce peralatan adventure &amp; outdoor terpercaya di Indonesia, dengan pengalaman belanja online yang modern dan immersive.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605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916C"/>
                </a:solidFill>
              </a:rPr>
              <a:t>🎯  MISI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Kurasi produk outdoor terbaik, kualitas terjamin &amp; harga transparan.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UI immersive setara REI &amp; Decathlon — modern &amp; menginspirasi.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Edukasi outdoor di setiap produk untuk petualang semua level.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269748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3347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Kurasi Ketat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7512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Setiap produk diseleksi: durabilitas, bobot, value-for-money.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2487168"/>
            <a:ext cx="269748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63347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6908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Desain Premium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47872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Dark Earth Mode, Morphing Cards, animasi Parallax gunung.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63640" y="2487168"/>
            <a:ext cx="269748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3347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944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Edukasi Produk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28232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Panduan penggunaan, tips survival, review komunitas nyata.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Identitas Brand &amp; Design Language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320040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"Gear Up. Go Wild."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0058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Forest Green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(Primary)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#2d6a4f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3127248"/>
            <a:ext cx="10058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749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Amber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(Accent)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#f59e0b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3127248"/>
            <a:ext cx="100584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749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Deep Earth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(Background)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#1a1a2e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77640" y="1024128"/>
            <a:ext cx="4754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115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🌙  Tema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1115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Dark Earth Mode (Earthy Premium)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1993392"/>
            <a:ext cx="4754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084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✍️  Font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084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Outfit / Inter (Sans-serif Modern)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2962656"/>
            <a:ext cx="4754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054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✨  Animasi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30540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Morphing Cards + Parallax (Framer Motion)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77640" y="3931920"/>
            <a:ext cx="4754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🪟  Efek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Glassmorphism + Earth Tones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Perkenalan Tim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3 anggota dengan peran spesifik yang saling melengkapi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9748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Anggota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Business Strategist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035808"/>
            <a:ext cx="214884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Riset pasar &amp; kompetitor outdoor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Menyusun Business Model Canvas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Menetapkan harga &amp; margin produk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Strategi pemasaran &amp; branding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269748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46304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087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2240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Anggota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Frontend Developer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3035808"/>
            <a:ext cx="214884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154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Desain &amp; implementasi UI/UX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Setup Next.js &amp; Framer Motion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Landing Page, Katalog,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Tampilan immersive &amp; responsif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269748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6304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087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920" y="2240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Anggota 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Backend Developer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3035808"/>
            <a:ext cx="214884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154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Setup Supabase &amp; skema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Integrasi Midtrans + Webhook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Logika pemesanan &amp; stok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Deploy ke Vercel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Katalog Produk Adventure (Fase 1)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8 produk dengan permintaan tinggi di kalangan pendaki, camper &amp; petualang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630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🏕️ Shelter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Tenda Ultralight 2P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450.000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Ripstop nylon, 2 orang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24328" y="14630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14630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🏕️ Shelter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15768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Hammock + Tarp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15768" y="2377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280.000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15768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Paket lengkap rain tarp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45736" y="14630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4630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😴 Tidur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7176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Sleeping Pad Inflatable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37176" y="2377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320.000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37176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Self-inflating, R-value tinggi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67144" y="14630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67144" y="14630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😴 Tidur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58584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Sleeping Bag 0°C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8584" y="2377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380.000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58584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Sintetis, kompak &amp; ringan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2918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2918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🔪 Tools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675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Pisau Lipat Multifungsi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4206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150.000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Stainless steel, 12 fungsi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24328" y="32918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4328" y="32918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576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💡 Tools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15768" y="3675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Headlamp Rechargeable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15768" y="4206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180.000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715768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500 lumen, USB-C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45736" y="32918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45736" y="32918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🍳 Masak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37176" y="3675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Kompor Portable Ultralight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37176" y="4206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250.000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37176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Gas canister, boil 3 menit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67144" y="3291840"/>
            <a:ext cx="20116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67144" y="329184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58584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🧭 Navigasi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58584" y="3675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Kompas Prismatik Militer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58584" y="4206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Rp 120.000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58584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Akurasi tinggi, tahan air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Pasar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2697480" cy="3749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24128"/>
            <a:ext cx="2697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7899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078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Pendaki Gunung &amp; Hiking Enthusiast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Aktif mendaki gunung dan menjelajahi trail, butuh gear berkualitas yang ringan, tahan lama, dan bisa diandalkan di segala medan.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" y="2980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" y="32735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Komunitas pendaki Indonesia terus bertumbuh pesat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Aktif di media sosial (share foto summit, review gear)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Sangat menghargai kualitas dan durabilitas produk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37560" y="1024128"/>
            <a:ext cx="2697480" cy="3749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024128"/>
            <a:ext cx="2697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078992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1078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Backpacker &amp; Camper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02152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Budget-conscious tapi tetap mau gear yang berkualitas. Sering camping di alam terbuka dan butuh peralatan yang efisien.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02152" y="2980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02152" y="32735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Usia 18-30, mahasiswa dan pekerja muda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Cari gear value-for-money, bukan yang paling mahal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Suka bundel/paket hemat untuk penghematan biaya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17920" y="1024128"/>
            <a:ext cx="2697480" cy="3749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1024128"/>
            <a:ext cx="2697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78992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40880" y="1078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Komunitas Pencinta Alam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82512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Anggota Mapala, klub outdoor, komunitas trail running, dan pecinta alam lainnya yang aktif berkegiatan outdoor secara rutin.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82512" y="2980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82512" y="32735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Pembelian berkelompok (grup buying) potensial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Word-of-mouth sangat kuat antar anggota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• Loyal jika produk terbukti berkualitas di lapangan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Selling Proposition (USP)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Yang membuat TrailForge BERBEDA dari kompetitor: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3192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63040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6420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6152" y="16093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Kurasi Produk Ketat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" y="21214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Setiap produk diseleksi berdasarkan durabilitas, bobot, dan value-for-money oleh tim yang paham outdoor. Bukan asal banyak stok.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1463040"/>
            <a:ext cx="393192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463040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6420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13832" y="16093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Desain Web Immersive &amp; Premium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65192" y="21214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Dark Earth Mode, warna Forest Green &amp; Amber, animasi Morphing halus, efek parallax gunung — user merasa merencanakan petualangan.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3218688"/>
            <a:ext cx="393192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3218688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41985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6152" y="33649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Edukasi di Setiap Produk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67512" y="387705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Panduan penggunaan outdoor, tips survival, dan review dari komunitas petualang nyata disertakan di setiap halaman produk.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0600" y="3218688"/>
            <a:ext cx="393192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3218688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19856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13832" y="33649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Garansi Kualitas &amp; Return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65192" y="387705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Payment Gateway resmi (Midtrans), garansi produk rusak/cacat, dan kebijakan return yang jelas dan transparan.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Canvas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2103120" cy="1261872"/>
          </a:xfrm>
          <a:prstGeom prst="rect">
            <a:avLst/>
          </a:prstGeom>
          <a:solidFill>
            <a:srgbClr val="2D6A4F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1. Customer Segments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Pendaki gunung &amp; hiking (18-35), backpacker &amp; camper, komunitas pencinta alam.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987552"/>
            <a:ext cx="2103120" cy="1261872"/>
          </a:xfrm>
          <a:prstGeom prst="rect">
            <a:avLst/>
          </a:prstGeom>
          <a:solidFill>
            <a:srgbClr val="2D6A4F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2. Value Propositions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3472" y="1353312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Produk terkurasi &amp; terjamin kualitasnya, UI/UX modern setara brand internasional, panduan &amp; edukasi outdoor.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987552"/>
            <a:ext cx="2103120" cy="1261872"/>
          </a:xfrm>
          <a:prstGeom prst="rect">
            <a:avLst/>
          </a:prstGeom>
          <a:solidFill>
            <a:srgbClr val="2D6A4F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3. Channels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9744" y="1353312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Instagram Reels, TikTok adventure content, komunitas outdoor (Mapala), web e-commerce langsung.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12864" y="987552"/>
            <a:ext cx="1828800" cy="1261872"/>
          </a:xfrm>
          <a:prstGeom prst="rect">
            <a:avLst/>
          </a:prstGeom>
          <a:solidFill>
            <a:srgbClr val="2D6A4F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104241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4. Customer Relations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86016" y="1353312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Review komunitas petualang, live chat support, blog tips survival &amp; panduan gear.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331720"/>
            <a:ext cx="2103120" cy="1261872"/>
          </a:xfrm>
          <a:prstGeom prst="rect">
            <a:avLst/>
          </a:prstGeom>
          <a:solidFill>
            <a:srgbClr val="112240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865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5. Revenue Streams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Margin penjualan (25-40%), bundel paket (Starter Pack, Summit Pack), affiliate &amp; sponsorship.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331720"/>
            <a:ext cx="2103120" cy="1261872"/>
          </a:xfrm>
          <a:prstGeom prst="rect">
            <a:avLst/>
          </a:prstGeom>
          <a:solidFill>
            <a:srgbClr val="112240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3865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6. Key Resources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33472" y="269748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Platform web (Vercel + Supabase), Midtrans gateway, jaringan supplier outdoor terpercaya.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2331720"/>
            <a:ext cx="2103120" cy="1261872"/>
          </a:xfrm>
          <a:prstGeom prst="rect">
            <a:avLst/>
          </a:prstGeom>
          <a:solidFill>
            <a:srgbClr val="112240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3865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7. Key Activities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269748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Kurasi produk baru, quality check, pembuatan konten edukasi outdoor, fulfillment &amp; pengiriman.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12864" y="2331720"/>
            <a:ext cx="1828800" cy="1261872"/>
          </a:xfrm>
          <a:prstGeom prst="rect">
            <a:avLst/>
          </a:prstGeom>
          <a:solidFill>
            <a:srgbClr val="112240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23865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8. Key Partnerships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86016" y="26974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Supplier outdoor lokal &amp; impor, Midtrans, Vercel (hosting), ekspedisi JNE/SiCepat.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3675888"/>
            <a:ext cx="8357616" cy="1170432"/>
          </a:xfrm>
          <a:prstGeom prst="rect">
            <a:avLst/>
          </a:prstGeom>
          <a:solidFill>
            <a:srgbClr val="0D2137"/>
          </a:solidFill>
          <a:ln w="19050">
            <a:solidFill>
              <a:srgbClr val="1A33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0752"/>
            <a:ext cx="8211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9. Cost Structure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041648"/>
            <a:ext cx="8211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</a:rPr>
              <a:t>Modal stok barang, biaya fulfillment &amp; packing, fee gateway per transaksi, hosting (free tier awal).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7b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Pendapatan (Revenue Streams)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Bagaimana TrailForge menghasilkan keuntungan?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931920" cy="338328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44752"/>
            <a:ext cx="393192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813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🏕️  Stream 1: Penjualan Gear Outdoor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Harga Beli Supplier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Rp 200.000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356616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700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Harga Jual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670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Rp 320.000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356616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Margin per Item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2369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Rp 120.000 (37.5%)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Contoh: Sleeping Pad Inflatable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444752"/>
            <a:ext cx="3931920" cy="338328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444752"/>
            <a:ext cx="39319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813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📦  Stream 2: Bundel Paket Petualang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Paket Starter (3 item)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103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Rp 450.000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356616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700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Paket Summit (5 item)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670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Rp 850.000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127248"/>
            <a:ext cx="356616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Diskon vs beli satuan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2369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15-20%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Contoh: Starter Pack (Headlamp + Pisau + Kompas)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Analisis Kompetitor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393192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331720"/>
                <a:gridCol w="233172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Toko Konvensional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Marketplace (Tokped/Shopee)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✨ TrailForge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Kurasi Produk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✅ Dipilih pemilik toko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❌ Tidak terkurasi, banyak KW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Kurasi ketat, hanya berkualitas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Jangkauan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❌ Lokal saja, terbatas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✅ Nasional, traffic tinggi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Nasional via web sendiri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UI/UX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⚠️ Tidak punya website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⚠️ Ramai &amp; overwhelming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Immersive &amp; premium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Edukasi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✅ Bisa tanya langsung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❌ Tidak ada, deskripsi seadanya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Panduan &amp; tips survival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Harga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⚠️ Mahal (biaya sewa toko)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✅ Murah tapi kualitas tidak pasti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Kompetitif &amp; kualitas terjamin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</a:rPr>
                        <a:t>Kepercayaan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✅ Bisa lihat barang langsung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⚠️ Tergantung seller, rawan palsu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✅ Garansi kualitas + review komunitas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Arsitektur: User Flow Pembelian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Pengalaman belanja gear outdoor yang dirancang simple &amp; immersive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4475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" y="19476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Landing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3591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Visual hero gunung &amp; tagline "Gear Up. Go Wild."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96896" y="1444752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96896" y="144475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88336" y="19476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Jelajahi Katalog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88336" y="23591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Browse produk: Shelter, Tools, Tidur, Masak, Navigasi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1444752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44475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1184" y="19476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Detail Produk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01184" y="23591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Spesifikasi, foto, review komunitas, panduan penggunaan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22592" y="1444752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144475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14032" y="19476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Tambah ke Keranjang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14032" y="23591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Pilih qty, masuk floating cart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" y="3035808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035808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" y="35387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39502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Isi alamat pengiriman, pilih ekspedisi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62656" y="3035808"/>
            <a:ext cx="2029968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62656" y="3035808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62656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054096" y="35387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Bayar via Midtrans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54096" y="39502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Scan QRIS atau transfer via gateway resmi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75504" y="3035808"/>
            <a:ext cx="2029968" cy="1463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75504" y="3035808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7550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66944" y="35387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Pesanan Dikonfirmasi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66944" y="39502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Stok dikurangi, email konfirmasi dikirim, status Processing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9b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Skema Database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93192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36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Next.js 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React framework + App Router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393192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Animasi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Framer Motion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Morphing cards &amp; parallax scroll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393192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Supabase (PostgreSQL)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529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Auth bawaan + Realtime DB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419856"/>
            <a:ext cx="393192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112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5112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Midtrans + Webhook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511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QRIS, VA, kartu kredit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078224"/>
            <a:ext cx="393192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69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4169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Vercel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41696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Free tier, CI/CD otomatis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10241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Skema Database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444752"/>
            <a:ext cx="40690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4904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📋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1746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id · email · name · created_at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0" y="15361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Supabase Auth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103120"/>
            <a:ext cx="40690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148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📋 products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404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id · name · price · category · image_url · stock_qty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9808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Katalog produk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761488"/>
            <a:ext cx="40690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8072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📋 cart_items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063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user_id · product_id · quantity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98080" y="2852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Keranjang belanja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419856"/>
            <a:ext cx="40690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465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📋 orders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721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order_id · user_id · total_price · payment_status · shipping_status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98080" y="35112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Webhook Midtrans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4078224"/>
            <a:ext cx="40690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1239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📋 order_items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379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order_id · product_id · quantity · price_at_purchase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98080" y="4169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Detail pesanan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9c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Logika Pemesanan &amp; Fulfillment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Inti keunggulan TrailForge — sistem otomatis dari bayar sampai kirim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44752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665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Bayar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QRIS / Virtual Account via Midtrans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9272" y="1444752"/>
            <a:ext cx="269748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1444752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16752" y="2194560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0665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Midtrans Kirim Webhook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Notifikasi POST: payment_status: success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27064" y="1444752"/>
            <a:ext cx="269748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444752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18504" y="20665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 Next.js Proses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8504" y="2496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API Route terima webhook, verifikasi signature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255264"/>
            <a:ext cx="269748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255264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108960" y="4005072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770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Tabel orders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payment_status: pending → success di Supabase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9272" y="3255264"/>
            <a:ext cx="269748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3255264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016752" y="4005072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8770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Stok Dikurangi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10712" y="43068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stock_qty dikurangi sesuai qty pesanan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27064" y="3255264"/>
            <a:ext cx="2697480" cy="16276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27064" y="3255264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318504" y="38770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Notifikasi &amp; Kirim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18504" y="43068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Email konfirmasi dikirim, admin siapkan packing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8932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⚡ Siap Dikirim!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Rencana Minggu ke-2: Eksekusi Kode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Minggu ke-1 selesai: perencanaan matang. Minggu ke-2: mulai build!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3429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44752"/>
            <a:ext cx="2697480" cy="56692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8132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Anggota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171907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Business Strategist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762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Finalisasi struktur harga &amp; margin produk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614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Riset &amp; hubungi 3 supplier terpercaya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198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Buat konten TikTok &amp; IG untuk brand awareness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782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Siapkan copy teks landing page &amp; katalog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1444752"/>
            <a:ext cx="2697480" cy="3429000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1444752"/>
            <a:ext cx="2697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48132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Anggota 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171907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Frontend Developer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56432" y="21762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Inisiasi Next.js 14 + install Framer Motion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283464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27614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Build Landing Page (Hero parallax, Katalog, CTA)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349300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34198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Buat Halaman Katalog, Detail Produk &amp; Cart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56432" y="415137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40782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Implementasi Morphing Card &amp; Glassmorphism navbar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27064" y="1444752"/>
            <a:ext cx="2697480" cy="3429000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27064" y="1444752"/>
            <a:ext cx="2697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148132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Anggota 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36792" y="171907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Backend Developer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64224" y="21762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Setup Supabase, buat 5 tabel sesuai ERD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283464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27614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Konfigurasi Supabase Auth (magic link)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64224" y="349300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34198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Integrasi Midtrans Sandbox + API Route Webhook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64224" y="415137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0782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Test flow: pilih produk → cart → bayar → confirmed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943600" y="45720"/>
            <a:ext cx="292608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</a:rPr>
              <a:t>"Gear Up. Go Wild."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TRAILFORGE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3931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8163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</a:rPr>
              <a:t>✅ Branding Selesai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00600" y="2651760"/>
            <a:ext cx="3931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28163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</a:rPr>
              <a:t>✅ BMC Selesai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3931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822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</a:rPr>
              <a:t>✅ Arsitektur Selesai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00600" y="3657600"/>
            <a:ext cx="393192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3822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Siap Coding!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Ada Pertanyaan?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Progress Minggu ke-1  •  Mata Kuliah E-Business  •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TrailForge — Progress Minggu ke-1</dc:title>
  <dc:subject>PptxGenJS Presentation</dc:subject>
  <dc:creator>PptxGenJS</dc:creator>
  <cp:lastModifiedBy>PptxGenJS</cp:lastModifiedBy>
  <cp:revision>1</cp:revision>
  <dcterms:created xsi:type="dcterms:W3CDTF">2026-04-12T12:40:05Z</dcterms:created>
  <dcterms:modified xsi:type="dcterms:W3CDTF">2026-04-12T12:40:05Z</dcterms:modified>
</cp:coreProperties>
</file>