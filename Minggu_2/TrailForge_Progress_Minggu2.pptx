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114800" cy="4956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2880" y="182880"/>
            <a:ext cx="36576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57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82880" y="12984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8288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"Gear Up. Go Wild."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32004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2999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Skeleton &amp; Arsitektur Sistem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502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9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Laporan Progress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43400" y="868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Minggu ke-2</a:t>
            </a:r>
            <a:endParaRPr lang="en-US" sz="4800" dirty="0"/>
          </a:p>
        </p:txBody>
      </p:sp>
      <p:sp>
        <p:nvSpPr>
          <p:cNvPr id="13" name="Shape 10"/>
          <p:cNvSpPr/>
          <p:nvPr/>
        </p:nvSpPr>
        <p:spPr>
          <a:xfrm>
            <a:off x="4343400" y="1874520"/>
            <a:ext cx="44805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2029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AB5"/>
                </a:solidFill>
              </a:rPr>
              <a:t>Mata Kuliah E-Business  •  2025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2542032"/>
            <a:ext cx="4389120" cy="56692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2633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SWOT Selesai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43400" y="3227832"/>
            <a:ext cx="4389120" cy="56692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3192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ERD Selesai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43400" y="3913632"/>
            <a:ext cx="4389120" cy="56692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4005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Skeleton Siap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43400" y="4754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</a:rPr>
              <a:t>Kelompok TrailForge  •  Progress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Kilas Balik: Apa itu TrailForge?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3840480" cy="3886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0120"/>
            <a:ext cx="384048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 Proyek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Platform e-commerce khusus peralatan adventure &amp; outdoor yang menjual gear terkurasi untuk pendaki, camper, dan petualang Indonesia.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33472"/>
            <a:ext cx="34747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🎨  UI Earthy Premium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</a:rPr>
              <a:t>Glassmorphism + Parallax Mountain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🔍  Kurasi Ketat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</a:rPr>
              <a:t>Hanya produk berkualitas lolos seleksi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📚  Edukasi Produk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</a:rPr>
              <a:t>Panduan &amp; review komunitas petualang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960120"/>
            <a:ext cx="4251960" cy="1188720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0698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4480560" y="176479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Produk Terkurasi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(Fase 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286000"/>
            <a:ext cx="4251960" cy="1188720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3957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4480560" y="30906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Segmen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Target Pasar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611880"/>
            <a:ext cx="4251960" cy="1188720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7216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4480560" y="441655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Perencanaan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9AB5"/>
                </a:solidFill>
              </a:rPr>
              <a:t>Minggu 1 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Fokus &amp; Tujuan Minggu ke-2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9AB5"/>
                </a:solidFill>
              </a:rPr>
              <a:t>Tema: Inisialisasi &amp; Arsitektur Teknis — Membangun Pondasi yang Kuat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98448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630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389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Analisis SWOT Mendalam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" y="1956816"/>
            <a:ext cx="22860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Anggota 1 — Business Strategist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" y="2286000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Memetakan posisi strategis TrailForge: Strengths dari UI Premium, hingga ancaman dominasi marketplace besar.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1298448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1298448"/>
            <a:ext cx="64008" cy="16642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4630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58968" y="1389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02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58968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Journey Diagram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65192" y="1956816"/>
            <a:ext cx="22860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6519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Anggota 1 — Business Strategist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65192" y="2286000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Pemetaan 4 fase perjalanan pengguna: Discovery → Evaluasi → Transaksi → Pasca-Pembelian.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11480" y="3108960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108960"/>
            <a:ext cx="64008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273552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69848" y="32004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069848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 + Tailwind + Framer Motion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76072" y="3767328"/>
            <a:ext cx="22860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6072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Anggota 2 — Frontend Developer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76072" y="409651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Page-centric architecture, konfigurasi Earthy Premium Tailwind, uji Staggered Animation.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00600" y="3108960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800600" y="3108960"/>
            <a:ext cx="64008" cy="16642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73552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58968" y="32004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58968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ERD Supabase + Auth Middleware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965192" y="3767328"/>
            <a:ext cx="22860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965192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Anggota 3 — Backend Engineer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965192" y="4096512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Skema 5 tabel PostgreSQL, isolasi API Keys di .env.local, middleware proteksi rute admin.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Analisis SWOT — TrailForge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Anggota 1 (Business Strategist) — Analisis Posisi Strategis Bisnis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61872"/>
            <a:ext cx="4187952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S  Strengths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UI/UX Premium Immersive (Earthy + Glassmorphism)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Kurasi produk ketat: durabilitas &amp; value-for-money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Konten edukasi &amp; review komunitas petualang nyata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261872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261872"/>
            <a:ext cx="418795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32588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  Weaknesses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1051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Belum ada toko fisik untuk demo produk langsung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15798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Brand awareness masih baru, butuh marketing besar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50545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Bergantung 100% pada ekspedisi pihak ke-3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072384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72384"/>
            <a:ext cx="41879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3639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O  Opportunities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2102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Tren gaya hidup outdoor meroket pasca-pandemi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96849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Gap: belum ada toko outdoor online berkelas lokal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31596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Kolaborasi B2B: Mapala, KOL outdoor, travel vlogger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072384"/>
            <a:ext cx="4187952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072384"/>
            <a:ext cx="418795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3639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  Threats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62102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Dominasi Tokopedia/Shopee dengan promo ongkir gratis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396849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Merek besar (Eiger, Arei) bisa perang harga agresif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431596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Fluktuasi kurs impor memangkas margin ultralight gear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 Diagram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Anggota 1 — Pemetaan 4 fase perjalanan pengguna: Discovery → Evaluasi → Transaksi → Retention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1965960" cy="3703320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196596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1. Discovery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011680"/>
            <a:ext cx="201168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5528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Buka Landing Page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633472"/>
            <a:ext cx="201168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" y="2578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Lihat efek parallax gunung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255264"/>
            <a:ext cx="201168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5528" y="32004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Klik 'Jelajahi Gear'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17830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43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😊 Terkesima &amp; excited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2999232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1234440"/>
            <a:ext cx="1965960" cy="3703320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1234440"/>
            <a:ext cx="196596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126187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2. Evaluasi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201168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Masuk katalog produk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97480" y="26334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71800" y="2578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Klik card produk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97480" y="3255264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71800" y="32004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Baca spesifikasi &amp; review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79192" y="4343400"/>
            <a:ext cx="17830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4343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😊 Yakin &amp; percaya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53712" y="2999232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64024" y="1234440"/>
            <a:ext cx="1965960" cy="3703320"/>
          </a:xfrm>
          <a:prstGeom prst="rect">
            <a:avLst/>
          </a:prstGeom>
          <a:solidFill>
            <a:srgbClr val="1C2D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64024" y="1234440"/>
            <a:ext cx="196596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126187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3. Transaksi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73752" y="201168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Tambah ke keranjang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73752" y="2633472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48072" y="2578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Isi alamat &amp; ekspedisi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73752" y="3255264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8072" y="32004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Bayar via Midtrans/QRIS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343400"/>
            <a:ext cx="17830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343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😊 Aman &amp; cepat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29984" y="2999232"/>
            <a:ext cx="210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0296" y="1234440"/>
            <a:ext cx="1965960" cy="3703320"/>
          </a:xfrm>
          <a:prstGeom prst="rect">
            <a:avLst/>
          </a:prstGeom>
          <a:solidFill>
            <a:srgbClr val="1C2D4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0296" y="1234440"/>
            <a:ext cx="196596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1736" y="126187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4. Pasca-Beli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050024" y="201168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24344" y="19568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Email konfirmasi otomatis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50024" y="2633472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0024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24344" y="2578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Lacak status di dashboard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50024" y="3255264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</a:rPr>
              <a:t>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24344" y="32004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Beri review produk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031736" y="4343400"/>
            <a:ext cx="17830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31736" y="434340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😊 Puas &amp; loyal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Frontend — Next.js + Tailwind + Framer Motion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Anggota 2 (Frontend Developer) — Page-Centric Structure &amp; Earthy Premium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474720" cy="3730752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34747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61872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Page-Centric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828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app/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2084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layout.tsx  ← Root layout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page.tsx  ← Landing Page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2596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katalog/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5568" y="28529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page.tsx  ← Halaman Katalog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" y="3108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katalog.module.css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" y="3364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login/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5568" y="3621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page.tsx  ← Auth Page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" y="38770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produk/[id]/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5568" y="4133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page.tsx  ← Detail Produk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69080" y="1234440"/>
            <a:ext cx="4663440" cy="1737360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12344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41732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709160" y="1399032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Tailwind — Earthy Premium Config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224528" y="19476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Custom color tokens: forest-green, campfire-orange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24528" y="22677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Font: Inter (sans) + JetBrains Mono (kode)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24528" y="2587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Dark mode strategy: class-based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69080" y="3136392"/>
            <a:ext cx="4663440" cy="1737360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69080" y="3136392"/>
            <a:ext cx="64008" cy="1737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3319272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09160" y="3300984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Framer Motion — Staggered Animation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224528" y="3849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Uji transisi halaman: AnimatePresence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224528" y="41696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Staggered card reveal di halaman katalog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224528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✓  Parallax scroll effect pada hero section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069080" y="4919472"/>
            <a:ext cx="4663440" cy="14630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069080" y="4919472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✅  Skeleton Frontend: SELESAI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ERD Database — Supabase PostgreSQL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Anggota 3 (Backend Engineer) — Skema 5 tabel relasional untuk TrailForge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61872"/>
            <a:ext cx="2560320" cy="1499616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61872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98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📋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16824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id (PK)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9385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email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21945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full_name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2450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created_at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2560320" cy="175564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90672"/>
            <a:ext cx="256032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27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📋 products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(PK)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7673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0233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 price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2793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category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5354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stock_qty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090672"/>
            <a:ext cx="2514600" cy="1755648"/>
          </a:xfrm>
          <a:prstGeom prst="rect">
            <a:avLst/>
          </a:prstGeom>
          <a:solidFill>
            <a:srgbClr val="1C2D4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90672"/>
            <a:ext cx="25146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1272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📋 orders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351129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(PK)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7648" y="376732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user_id (FK)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402336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 total_price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7648" y="42793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payment_status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7648" y="453542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shipping_status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1261872"/>
            <a:ext cx="2560320" cy="1499616"/>
          </a:xfrm>
          <a:prstGeom prst="rect">
            <a:avLst/>
          </a:prstGeom>
          <a:solidFill>
            <a:srgbClr val="1C2D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1261872"/>
            <a:ext cx="25603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298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📋 cart_items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16824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(PK)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19385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user_id (FK)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19456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product_id (FK)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2450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quantity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1261872"/>
            <a:ext cx="2514600" cy="1755648"/>
          </a:xfrm>
          <a:prstGeom prst="rect">
            <a:avLst/>
          </a:prstGeom>
          <a:solidFill>
            <a:srgbClr val="1C2D4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1261872"/>
            <a:ext cx="251460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2984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📋 order_items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7648" y="168249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 (PK)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27648" y="193852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order_id (FK)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27648" y="219456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product_id (FK)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27648" y="24505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quantity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27648" y="270662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 price_at_purchase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9AB5"/>
                </a:solidFill>
              </a:rPr>
              <a:t>Relasi: users →  orders, cart_items  |  products →  order_items, cart_items  |  orders →  order_items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Keamanan &amp; Middleware — Proteksi Rute Admin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Anggota 3 — Supabase Auth + Next.js Middleware untuk autentikasi &amp; otorisasi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4114800" cy="3767328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41148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3444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🔐  Alur Middleware Autentikasi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292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" y="18653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Request masuk ke /admin/* atau /dashboard/*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212848"/>
            <a:ext cx="54864" cy="237744"/>
          </a:xfrm>
          <a:prstGeom prst="rect">
            <a:avLst/>
          </a:prstGeom>
          <a:solidFill>
            <a:srgbClr val="7F9AB5"/>
          </a:solidFill>
          <a:ln w="12700">
            <a:solidFill>
              <a:srgbClr val="7F9A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487168"/>
            <a:ext cx="292608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50976" y="24505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Next.js Middleware intercept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798064"/>
            <a:ext cx="54864" cy="237744"/>
          </a:xfrm>
          <a:prstGeom prst="rect">
            <a:avLst/>
          </a:prstGeom>
          <a:solidFill>
            <a:srgbClr val="7F9AB5"/>
          </a:solidFill>
          <a:ln w="12700">
            <a:solidFill>
              <a:srgbClr val="7F9A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72384"/>
            <a:ext cx="292608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50976" y="30358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Cek session token via Supabase Auth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383280"/>
            <a:ext cx="54864" cy="237744"/>
          </a:xfrm>
          <a:prstGeom prst="rect">
            <a:avLst/>
          </a:prstGeom>
          <a:solidFill>
            <a:srgbClr val="7F9AB5"/>
          </a:solidFill>
          <a:ln w="12700">
            <a:solidFill>
              <a:srgbClr val="7F9A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57600"/>
            <a:ext cx="292608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" y="3621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</a:rPr>
              <a:t>Token valid → Request diteruskan ke halaman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968496"/>
            <a:ext cx="54864" cy="237744"/>
          </a:xfrm>
          <a:prstGeom prst="rect">
            <a:avLst/>
          </a:prstGeom>
          <a:solidFill>
            <a:srgbClr val="7F9AB5"/>
          </a:solidFill>
          <a:ln w="12700">
            <a:solidFill>
              <a:srgbClr val="7F9A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242816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" y="4206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Token invalid → Redirect ke /login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1207008"/>
            <a:ext cx="4023360" cy="1133856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316736"/>
            <a:ext cx="384048" cy="38404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03520" y="1298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Supabase Project Setup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28032" y="1737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API Keys diisolasi di .env.local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28032" y="1938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Client connections via createClient()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28032" y="21396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Row Level Security (RLS) diaktifkan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709160" y="2459736"/>
            <a:ext cx="4023360" cy="1133856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569464"/>
            <a:ext cx="384048" cy="38404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303520" y="2551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Strategy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828032" y="2990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Email/Password + Magic Link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828032" y="3191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Session management otomatis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828032" y="3392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JWT token untuk API calls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709160" y="3712464"/>
            <a:ext cx="4023360" cy="1133856"/>
          </a:xfrm>
          <a:prstGeom prst="rect">
            <a:avLst/>
          </a:prstGeom>
          <a:solidFill>
            <a:srgbClr val="1C2D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822192"/>
            <a:ext cx="384048" cy="3840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303520" y="38039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 Protection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4828032" y="42428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middleware.ts di root project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4828032" y="4443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Matcher: /admin/*, /dashboard/*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4828032" y="4645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› Redirect ke /login jika unauthorized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Dokumentasi &amp; Bukti Pengerjaan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AB5"/>
                </a:solidFill>
              </a:rPr>
              <a:t>Placeholder untuk tim — Tempelkan screenshot/screencap kode &amp; repository di sini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5486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307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Folder Repository GitHub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7452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51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Struktur folder app/ Next.js (katalog/, login/, produk/[id]/)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9272" y="123444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1234440"/>
            <a:ext cx="548640" cy="5486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59352" y="1307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Supabase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6432" y="187452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87452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6432" y="2551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5 tabel yang sudah dibuat di PostgreSQL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27064" y="123444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1234440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67144" y="1307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Kode Middleware.ts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64224" y="187452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87452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64224" y="2551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Potongan kode fungsi proteksi rute admin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01752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017520"/>
            <a:ext cx="54864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1560" y="3090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Diagram ERD (Mermaid)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65760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576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3342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Render visual relasi antar tabel dari ERD_Database.md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19272" y="301752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9272" y="3017520"/>
            <a:ext cx="54864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59352" y="3090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Tailwind Config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56432" y="365760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6576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56432" y="43342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tailwind.config.js dengan custom colors Earthy Premium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27064" y="3017520"/>
            <a:ext cx="2743200" cy="1664208"/>
          </a:xfrm>
          <a:prstGeom prst="rect">
            <a:avLst/>
          </a:prstGeom>
          <a:solidFill>
            <a:srgbClr val="1C2D4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27064" y="3017520"/>
            <a:ext cx="54864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</a:rPr>
              <a:t>F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67144" y="3090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Framer Motion Demo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64224" y="3657600"/>
            <a:ext cx="246888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6576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AB5"/>
                </a:solidFill>
              </a:rPr>
              <a:t>[ Tempel Screenshot di Sini 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64224" y="43342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9AB5"/>
                </a:solidFill>
              </a:rPr>
              <a:t>GIF/Video staggered cards &amp; parallax hero animation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Minggu ke-2 — Skeleton 100% Siap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3200400" cy="3931920"/>
          </a:xfrm>
          <a:prstGeom prst="rect">
            <a:avLst/>
          </a:prstGeom>
          <a:solidFill>
            <a:srgbClr val="1620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Skeleton Selesai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AB5"/>
                </a:solidFill>
              </a:rPr>
              <a:t>Pondasi Minggu 2 Aman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987552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1078992"/>
            <a:ext cx="256032" cy="25603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251960" y="1078992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10789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81728" y="1042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Analisis SWOT mendalam (4 kuadran)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94760" y="1463040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554480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251960" y="1554480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51960" y="15544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A1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81728" y="15179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User Journey Diagram (4 fase)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794760" y="1938528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29968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251960" y="2029968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51960" y="2029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A2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681728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Next.js page-centric architecture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794760" y="2414016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505456"/>
            <a:ext cx="256032" cy="25603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251960" y="2505456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251960" y="25054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A2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681728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Tailwind Earthy Premium config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794760" y="2889504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2980944"/>
            <a:ext cx="256032" cy="25603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251960" y="2980944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51960" y="29809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A2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68172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Framer Motion staggered animation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794760" y="3364992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632" y="3456432"/>
            <a:ext cx="256032" cy="25603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251960" y="3456432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251960" y="34564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A3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681728" y="3419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Supabase project + API Keys setup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3794760" y="3840480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632" y="3931920"/>
            <a:ext cx="256032" cy="25603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251960" y="3931920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251960" y="39319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A3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4681728" y="3895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ERD 5 tabel (PostgreSQL)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3794760" y="4315968"/>
            <a:ext cx="4937760" cy="420624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3632" y="4407408"/>
            <a:ext cx="256032" cy="256032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4251960" y="4407408"/>
            <a:ext cx="3474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4251960" y="44074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A3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4681728" y="4370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Next.js Middleware auth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55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554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&amp; Next Step — Minggu ke-3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9AB5"/>
                </a:solidFill>
              </a:rPr>
              <a:t>Fokus: Pembuatan Design System &amp; UI Interaktif Penuh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715768" cy="3639312"/>
          </a:xfrm>
          <a:prstGeom prst="rect">
            <a:avLst/>
          </a:prstGeom>
          <a:solidFill>
            <a:srgbClr val="1C2D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61872"/>
            <a:ext cx="271576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673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Anggota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923"/>
                </a:solidFill>
              </a:rPr>
              <a:t>Business &amp; UI/UX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057400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057400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21305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Wireframe hi-fi (Figma) semua halaman utama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862072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862072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29352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Finalisasi copywriting landing page &amp; katalog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666744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666744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37398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Konten edukasi untuk 8 produk pertama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19272" y="1261872"/>
            <a:ext cx="2715768" cy="3639312"/>
          </a:xfrm>
          <a:prstGeom prst="rect">
            <a:avLst/>
          </a:prstGeom>
          <a:solidFill>
            <a:srgbClr val="1C2D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9272" y="1261872"/>
            <a:ext cx="271576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16736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13632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Anggota 2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913632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923"/>
                </a:solidFill>
              </a:rPr>
              <a:t>Frontend Developer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56432" y="2057400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456432" y="2057400"/>
            <a:ext cx="54864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75304" y="21305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Build Design System: Button, Card, Badge, Modal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456432" y="2862072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56432" y="2862072"/>
            <a:ext cx="54864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75304" y="29352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Landing Page fully responsive + parallax hero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456432" y="3666744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456432" y="3666744"/>
            <a:ext cx="54864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75304" y="37398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Halaman Katalog interaktif + filter kategori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27064" y="1261872"/>
            <a:ext cx="2715768" cy="3639312"/>
          </a:xfrm>
          <a:prstGeom prst="rect">
            <a:avLst/>
          </a:prstGeom>
          <a:solidFill>
            <a:srgbClr val="1C2D4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27064" y="1261872"/>
            <a:ext cx="2715768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316736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21424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Anggota 3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821424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923"/>
                </a:solidFill>
              </a:rPr>
              <a:t>Backend Engineer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364224" y="2057400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364224" y="2057400"/>
            <a:ext cx="54864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83096" y="21305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Seed data produk awal ke Supabase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364224" y="2862072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364224" y="2862072"/>
            <a:ext cx="54864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483096" y="29352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API Routes: GET /products, GET /products/:id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364224" y="3666744"/>
            <a:ext cx="2423160" cy="69494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364224" y="3666744"/>
            <a:ext cx="54864" cy="6949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83096" y="37398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Cart API: POST /cart, DELETE /cart/:id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02920" y="48463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Sync Up setiap 2 hari — Figma (A1) × UI Components (A2) × API Routes (A3) harus selaras!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206240" cy="4956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1440" y="182880"/>
            <a:ext cx="39319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57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82880" y="1298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82880" y="23591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"Gear Up. Go Wild."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" y="29077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Minggu ke-2 Selesai 🚀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5029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Kasih!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4389120" y="1572768"/>
            <a:ext cx="4389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737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9AB5"/>
                </a:solidFill>
              </a:rPr>
              <a:t>Ada Pertanyaan?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89120" y="2331720"/>
            <a:ext cx="4343400" cy="530352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24231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386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SWOT + User Journey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2624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B5"/>
                </a:solidFill>
              </a:rPr>
              <a:t>Analisis bisnis selesai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0" y="2953512"/>
            <a:ext cx="4343400" cy="530352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62272" y="30449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3008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Next.js + Tailwind + Motion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3246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B5"/>
                </a:solidFill>
              </a:rPr>
              <a:t>Frontend skeleton siap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89120" y="3575304"/>
            <a:ext cx="4343400" cy="530352"/>
          </a:xfrm>
          <a:prstGeom prst="rect">
            <a:avLst/>
          </a:prstGeom>
          <a:solidFill>
            <a:srgbClr val="1C2D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62272" y="36667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Supabase + ERD + Middleware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38679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B5"/>
                </a:solidFill>
              </a:rPr>
              <a:t>Backend infra selesai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89120" y="4197096"/>
            <a:ext cx="43434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62272" y="42885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463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Minggu 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46320" y="44897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AB5"/>
                </a:solidFill>
              </a:rPr>
              <a:t>Design System + Full UI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389120" y="4846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B5"/>
                </a:solidFill>
              </a:rPr>
              <a:t>Progress Minggu ke-2  •  E-Business  •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TrailForge — Laporan Progress Minggu ke-2</dc:title>
  <dc:subject>PptxGenJS Presentation</dc:subject>
  <dc:creator>PptxGenJS</dc:creator>
  <cp:lastModifiedBy>PptxGenJS</cp:lastModifiedBy>
  <cp:revision>1</cp:revision>
  <dcterms:created xsi:type="dcterms:W3CDTF">2026-04-19T01:51:12Z</dcterms:created>
  <dcterms:modified xsi:type="dcterms:W3CDTF">2026-04-19T01:51:12Z</dcterms:modified>
</cp:coreProperties>
</file>